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Data Ingestion and Flow Cohorts Model – Improved Layout (Editable)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0972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377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Path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Path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Excel / SharePoint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09728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S3 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09728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SageMaker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9728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Athena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09728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Athena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SAS 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37744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CDSW Download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37744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S3 Ingestion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7744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SageMaker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37744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Athena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Prod Athena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365760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SageMaker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65760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Athena 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65760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Intermediate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09728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Pickle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 Predictions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560320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JSON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291839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PDF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4023359"/>
            <a:ext cx="14630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HTML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